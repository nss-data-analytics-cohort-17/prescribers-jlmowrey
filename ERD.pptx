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6B60-789D-72FF-A0C6-3D15ECE70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B179-0B19-F346-803B-CB8509A32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2E5C0-AE23-648E-5B07-9461E6E5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66BC-4E77-6406-5FA0-6B5920C2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5E72-0D1F-5E80-3200-AD9D8753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1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7112-2C14-1105-9A70-B403D9C1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8D70-C5DE-A6FD-D0A4-BE7DC2455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4F303-8C57-E27B-EB16-EF8B596A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96A16-341D-4006-8A13-06D5FD8C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6BE1-396F-A13F-95C1-7E3FF7DE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0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2BAF-178D-1AE0-8A0D-E8B81C1F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47B4D-A83B-7441-6CDF-6C5E6BA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FBC49-F3A6-7148-597E-AA6C9846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DEA0E-D9F4-ADF8-1B47-64F09AC0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30295-76E9-4C68-5E74-41D4B7D7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1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B5418-BC53-6036-7B2A-CB8C9338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97321-674A-ED92-6F69-A1A51229D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D3598-07D2-6C8D-072B-CC75E0EAF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09A7C-56BB-F3AB-76CC-23012B32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C663F-CEB3-9E9E-5A19-A6907D8C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A3DDF-AAD7-F5C4-A145-28782654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3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42BF-BCB1-BD8B-ACD5-CBD88DC1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6908-C803-295D-7FF3-5226253C3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BD9E2-0733-68AD-76E3-A0316F7B3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C447D-8B12-1B42-958E-A43761685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EBAD3-6565-2C7B-ADC8-F699F45C2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4E2D0-ECE1-5D55-E336-D72009BE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4943A-4363-0957-1ED9-05B55330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CCB78-54A6-213C-1B44-76093040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6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0DB4-FCFC-7BFD-90D1-E6A697AB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B3BF-6D26-4196-40D2-9FD4A9C9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13198-5264-6FEF-4F17-1A2A2507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14243-E9A7-8262-4B8A-370CFDD5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3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FEF56-30E8-AB7B-5C0D-51C0A921B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859F4-7A1C-3DB2-799F-E4D1A5A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B6DF-9059-BADD-79F6-841B8665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0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B71C-D95A-EE83-F4DD-E858175B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551E-E1C9-8DE9-C924-F5C872378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239CF-E759-5B02-8517-B08C91525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0D766-CB1D-7334-DFAC-59DFE155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74B9B-C7E3-F507-979B-2B20D41F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A2C2-9F50-38FC-9EB4-79FBD6BB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6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F45C-615E-4D6C-4D5B-7B1D0E54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2246D-5B48-9B29-A77C-9E39CF6CD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32E2-1699-5BC7-EBCE-C0D298B9A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9A19F-9EB2-2BBE-36FA-0EF232A9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284D2-0D76-BB57-67D8-916CF4F8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481FB-864E-4AB4-85E1-C9302103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9DCA-DDF8-6C5B-8498-F7DA178A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902A3-CD40-8E16-8244-702EAAFD7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D9575-068F-11B7-6393-38FB7E88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2B8E3-6E3D-98FE-D5DC-9A9C86C7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D57A2-A07B-F401-2570-C1F1A6A6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7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54BF2F-724D-11B8-7129-DA2532C64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54219-76B1-4FA2-ABA1-206488A8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CF577-5463-FC50-9833-D82B4DE4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1B766-C70B-11BF-134A-230A6577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1121-74DE-96E8-6F8D-2D2EF340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3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B24A7-EE40-8170-2BF2-E55A34D6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9B959-A0E3-6525-55E7-9643D7420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E975-56A8-CE61-D70C-E8007EDF3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39A1F-1444-4793-9F16-3FDEB6257B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3C7C5-AA7D-180B-B692-4986CB648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58204-D16A-29DD-D8AC-ED591F2AA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DD7A0-B237-4FD6-83F5-2FA14997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9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6A20-8B39-C7A7-4D5B-183A496CB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24279-C0D7-ED77-87B2-ABCF420AF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DDCBC-3170-762D-144D-F6A2E033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64" y="30185"/>
            <a:ext cx="10409822" cy="6797629"/>
          </a:xfrm>
          <a:prstGeom prst="rect">
            <a:avLst/>
          </a:prstGeom>
          <a:solidFill>
            <a:srgbClr val="CCFF99">
              <a:alpha val="50980"/>
            </a:srgbClr>
          </a:solidFill>
          <a:ln w="28575">
            <a:noFill/>
          </a:ln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009937A-7E70-5DB3-E1E3-EA5A6F3B5C2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112885" y="816139"/>
            <a:ext cx="2300797" cy="1174678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F0601CD-9559-B6F4-0DA6-FCFD0E84F6C0}"/>
              </a:ext>
            </a:extLst>
          </p:cNvPr>
          <p:cNvSpPr/>
          <p:nvPr/>
        </p:nvSpPr>
        <p:spPr>
          <a:xfrm>
            <a:off x="1225118" y="1913137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DC29C-64B9-8C3E-AB9C-036EA73901A6}"/>
              </a:ext>
            </a:extLst>
          </p:cNvPr>
          <p:cNvSpPr/>
          <p:nvPr/>
        </p:nvSpPr>
        <p:spPr>
          <a:xfrm>
            <a:off x="4413682" y="699415"/>
            <a:ext cx="887767" cy="233447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50360F-800C-7B78-74EA-501D3A9BBA0D}"/>
              </a:ext>
            </a:extLst>
          </p:cNvPr>
          <p:cNvSpPr/>
          <p:nvPr/>
        </p:nvSpPr>
        <p:spPr>
          <a:xfrm>
            <a:off x="4413682" y="973332"/>
            <a:ext cx="1134862" cy="149031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6101AB1-C787-CBB5-0182-EBBDE31C494B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rot="10800000">
            <a:off x="5548545" y="1047848"/>
            <a:ext cx="2379215" cy="202712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62BDA4C-2FC6-6176-1EFF-73C95C229E3A}"/>
              </a:ext>
            </a:extLst>
          </p:cNvPr>
          <p:cNvSpPr/>
          <p:nvPr/>
        </p:nvSpPr>
        <p:spPr>
          <a:xfrm>
            <a:off x="7927759" y="1152729"/>
            <a:ext cx="1139309" cy="195661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089B95-A4DD-1AA7-81EF-6A3B69A696BC}"/>
              </a:ext>
            </a:extLst>
          </p:cNvPr>
          <p:cNvSpPr/>
          <p:nvPr/>
        </p:nvSpPr>
        <p:spPr>
          <a:xfrm>
            <a:off x="1492234" y="4141987"/>
            <a:ext cx="1572734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B6AF2B-EA29-6F73-EBE8-CA1CFC6F8F3B}"/>
              </a:ext>
            </a:extLst>
          </p:cNvPr>
          <p:cNvSpPr/>
          <p:nvPr/>
        </p:nvSpPr>
        <p:spPr>
          <a:xfrm>
            <a:off x="1444609" y="4370587"/>
            <a:ext cx="1572734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F86A4BF-1691-0D35-B6A3-6F15B4B59DA8}"/>
              </a:ext>
            </a:extLst>
          </p:cNvPr>
          <p:cNvCxnSpPr>
            <a:cxnSpLocks/>
            <a:stCxn id="27" idx="1"/>
            <a:endCxn id="23" idx="3"/>
          </p:cNvCxnSpPr>
          <p:nvPr/>
        </p:nvCxnSpPr>
        <p:spPr>
          <a:xfrm rot="10800000">
            <a:off x="3017344" y="4448268"/>
            <a:ext cx="1435929" cy="260129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E1B4982-9D39-DB66-2BF5-031BE2D16137}"/>
              </a:ext>
            </a:extLst>
          </p:cNvPr>
          <p:cNvSpPr/>
          <p:nvPr/>
        </p:nvSpPr>
        <p:spPr>
          <a:xfrm>
            <a:off x="4453272" y="4630716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A180022-118B-6690-CD0F-C7F10F59C2B2}"/>
              </a:ext>
            </a:extLst>
          </p:cNvPr>
          <p:cNvCxnSpPr>
            <a:cxnSpLocks/>
            <a:stCxn id="27" idx="1"/>
            <a:endCxn id="22" idx="3"/>
          </p:cNvCxnSpPr>
          <p:nvPr/>
        </p:nvCxnSpPr>
        <p:spPr>
          <a:xfrm rot="10800000">
            <a:off x="3064968" y="4219668"/>
            <a:ext cx="1388304" cy="488729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52A2426-C0F7-C522-7EF3-089DD59342D8}"/>
              </a:ext>
            </a:extLst>
          </p:cNvPr>
          <p:cNvSpPr/>
          <p:nvPr/>
        </p:nvSpPr>
        <p:spPr>
          <a:xfrm>
            <a:off x="4605672" y="4849791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58F63A-BD97-DA60-4661-725B33B6AF03}"/>
              </a:ext>
            </a:extLst>
          </p:cNvPr>
          <p:cNvSpPr/>
          <p:nvPr/>
        </p:nvSpPr>
        <p:spPr>
          <a:xfrm>
            <a:off x="6443997" y="4478316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A806EEA-5BFC-A17D-1585-A829F0756801}"/>
              </a:ext>
            </a:extLst>
          </p:cNvPr>
          <p:cNvCxnSpPr>
            <a:cxnSpLocks/>
            <a:stCxn id="34" idx="1"/>
            <a:endCxn id="33" idx="3"/>
          </p:cNvCxnSpPr>
          <p:nvPr/>
        </p:nvCxnSpPr>
        <p:spPr>
          <a:xfrm rot="10800000" flipV="1">
            <a:off x="5493439" y="4555995"/>
            <a:ext cx="950558" cy="371475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82DF685-4C62-8D01-D7D2-7E13A77994DA}"/>
              </a:ext>
            </a:extLst>
          </p:cNvPr>
          <p:cNvSpPr/>
          <p:nvPr/>
        </p:nvSpPr>
        <p:spPr>
          <a:xfrm>
            <a:off x="8148972" y="5811816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936D945-C3E8-A6E4-2602-9B3B0946CEF0}"/>
              </a:ext>
            </a:extLst>
          </p:cNvPr>
          <p:cNvSpPr/>
          <p:nvPr/>
        </p:nvSpPr>
        <p:spPr>
          <a:xfrm>
            <a:off x="6158247" y="6049941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E88060-D24F-2329-700B-FE33A9AECDEA}"/>
              </a:ext>
            </a:extLst>
          </p:cNvPr>
          <p:cNvSpPr/>
          <p:nvPr/>
        </p:nvSpPr>
        <p:spPr>
          <a:xfrm>
            <a:off x="8634747" y="4144941"/>
            <a:ext cx="887767" cy="155359"/>
          </a:xfrm>
          <a:prstGeom prst="rect">
            <a:avLst/>
          </a:prstGeom>
          <a:solidFill>
            <a:srgbClr val="CCFF99">
              <a:alpha val="30196"/>
            </a:srgb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8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Jodie Mowrey</dc:creator>
  <cp:lastModifiedBy>Jodie Mowrey</cp:lastModifiedBy>
  <cp:revision>1</cp:revision>
  <dcterms:created xsi:type="dcterms:W3CDTF">2026-04-17T00:58:33Z</dcterms:created>
  <dcterms:modified xsi:type="dcterms:W3CDTF">2026-04-17T01:18:06Z</dcterms:modified>
</cp:coreProperties>
</file>